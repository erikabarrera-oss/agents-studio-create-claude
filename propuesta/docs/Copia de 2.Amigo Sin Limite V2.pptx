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Questrial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Questrial-regular.fnt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11" Type="http://schemas.openxmlformats.org/officeDocument/2006/relationships/image" Target="../media/image20.png"/><Relationship Id="rId10" Type="http://schemas.openxmlformats.org/officeDocument/2006/relationships/image" Target="../media/image16.png"/><Relationship Id="rId12" Type="http://schemas.openxmlformats.org/officeDocument/2006/relationships/image" Target="../media/image18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4">
            <a:alphaModFix/>
          </a:blip>
          <a:srcRect b="18643" l="5932" r="6087" t="15422"/>
          <a:stretch/>
        </p:blipFill>
        <p:spPr>
          <a:xfrm>
            <a:off x="3141049" y="1538287"/>
            <a:ext cx="5673046" cy="282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71025" y="5935339"/>
            <a:ext cx="2720975" cy="683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B0F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1047750" y="485775"/>
            <a:ext cx="10217150" cy="116205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capacitación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474" y="6546760"/>
            <a:ext cx="1007626" cy="25314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1357312" y="743634"/>
            <a:ext cx="9598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s-ES" sz="20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Los Paquetes Amigo Sin Límite son Paquetes disponibles a nivel Nacional para usuarios activos del Sistema Amigo de Telcel (Prepago).</a:t>
            </a:r>
            <a:endParaRPr b="1" sz="20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3299" y="2011850"/>
            <a:ext cx="1779337" cy="1779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8396" y="3989079"/>
            <a:ext cx="2309142" cy="230914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910137" y="2390864"/>
            <a:ext cx="2371725" cy="1200329"/>
          </a:xfrm>
          <a:prstGeom prst="rect">
            <a:avLst/>
          </a:prstGeom>
          <a:noFill/>
          <a:ln cap="flat" cmpd="sng" w="28575">
            <a:solidFill>
              <a:srgbClr val="1E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Prepago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=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Recargas </a:t>
            </a:r>
            <a:endParaRPr b="1" sz="2400">
              <a:solidFill>
                <a:schemeClr val="lt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970461" y="4545300"/>
            <a:ext cx="2371725" cy="1200329"/>
          </a:xfrm>
          <a:prstGeom prst="rect">
            <a:avLst/>
          </a:prstGeom>
          <a:noFill/>
          <a:ln cap="flat" cmpd="sng" w="28575">
            <a:solidFill>
              <a:srgbClr val="1E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Pospago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=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Plan Tarifario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3591193"/>
            <a:ext cx="2190750" cy="1384995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Esquemas</a:t>
            </a:r>
            <a:r>
              <a:rPr b="1" lang="es-ES"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rPr>
              <a:t> de facturación</a:t>
            </a:r>
            <a:endParaRPr/>
          </a:p>
        </p:txBody>
      </p:sp>
      <p:cxnSp>
        <p:nvCxnSpPr>
          <p:cNvPr id="99" name="Google Shape;99;p14"/>
          <p:cNvCxnSpPr/>
          <p:nvPr/>
        </p:nvCxnSpPr>
        <p:spPr>
          <a:xfrm flipH="1" rot="10800000">
            <a:off x="3390900" y="3159379"/>
            <a:ext cx="1357307" cy="571841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" name="Google Shape;100;p14"/>
          <p:cNvCxnSpPr/>
          <p:nvPr/>
        </p:nvCxnSpPr>
        <p:spPr>
          <a:xfrm>
            <a:off x="3390899" y="4405273"/>
            <a:ext cx="1357307" cy="571841"/>
          </a:xfrm>
          <a:prstGeom prst="straightConnector1">
            <a:avLst/>
          </a:prstGeom>
          <a:noFill/>
          <a:ln cap="flat" cmpd="sng" w="57150">
            <a:solidFill>
              <a:srgbClr val="1E4E79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247" l="827" r="1826" t="1809"/>
          <a:stretch/>
        </p:blipFill>
        <p:spPr>
          <a:xfrm>
            <a:off x="82378" y="0"/>
            <a:ext cx="12109622" cy="643106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capacitación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474" y="6546760"/>
            <a:ext cx="1007626" cy="25314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10174778" y="0"/>
            <a:ext cx="1928322" cy="8146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11231"/>
          <a:stretch/>
        </p:blipFill>
        <p:spPr>
          <a:xfrm>
            <a:off x="0" y="2159000"/>
            <a:ext cx="12192000" cy="42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0421" l="19633" r="24907" t="63692"/>
          <a:stretch/>
        </p:blipFill>
        <p:spPr>
          <a:xfrm>
            <a:off x="76200" y="5040868"/>
            <a:ext cx="1042035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capacitación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1" y="0"/>
            <a:ext cx="12192000" cy="584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Consideraciones - Amazon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474" y="6546760"/>
            <a:ext cx="1007626" cy="25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97" y="1710365"/>
            <a:ext cx="9601654" cy="3111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 b="69014" l="19009" r="22162" t="19530"/>
          <a:stretch/>
        </p:blipFill>
        <p:spPr>
          <a:xfrm>
            <a:off x="622397" y="666423"/>
            <a:ext cx="9874153" cy="1043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capacitación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1" y="0"/>
            <a:ext cx="12192000" cy="584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Consideraciones - Amazon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 b="38736" l="37209" r="36731" t="36308"/>
          <a:stretch/>
        </p:blipFill>
        <p:spPr>
          <a:xfrm>
            <a:off x="7401801" y="808307"/>
            <a:ext cx="3693673" cy="1989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7371" l="24494" r="55369" t="71612"/>
          <a:stretch/>
        </p:blipFill>
        <p:spPr>
          <a:xfrm>
            <a:off x="873137" y="2979142"/>
            <a:ext cx="5075211" cy="332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963825" y="976829"/>
            <a:ext cx="5599871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Una vez el usuario finalice la compra exitosa de su paquete sin limite, de manera automática va recibir el SMS en dónde se le informa del beneficio PRIME VIDEO y la cual contará con la URL genérica, el cliente deberá dar clic en ella para continuar con su registro o llevarlo directamente al home de PRIME VIDEO por que anteriormente ya había realizado el registro y es una nueva compra de paquete.</a:t>
            </a:r>
            <a:endParaRPr b="1"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7435" l="47574" r="32853" t="71548"/>
          <a:stretch/>
        </p:blipFill>
        <p:spPr>
          <a:xfrm>
            <a:off x="6296022" y="3185841"/>
            <a:ext cx="4937331" cy="292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474" y="6546760"/>
            <a:ext cx="1007626" cy="25314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85864" y="657828"/>
            <a:ext cx="714895" cy="714894"/>
          </a:xfrm>
          <a:prstGeom prst="flowChartConnector">
            <a:avLst/>
          </a:prstGeom>
          <a:solidFill>
            <a:srgbClr val="00B0F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85864" y="3051011"/>
            <a:ext cx="714895" cy="714894"/>
          </a:xfrm>
          <a:prstGeom prst="flowChartConnector">
            <a:avLst/>
          </a:prstGeom>
          <a:solidFill>
            <a:srgbClr val="00B0F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663278" y="3051011"/>
            <a:ext cx="714895" cy="714894"/>
          </a:xfrm>
          <a:prstGeom prst="flowChartConnector">
            <a:avLst/>
          </a:prstGeom>
          <a:solidFill>
            <a:srgbClr val="00B0F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B0F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capacitación</a:t>
            </a:r>
            <a:endParaRPr b="1" i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474" y="6546760"/>
            <a:ext cx="1007626" cy="25314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875764" y="1182231"/>
            <a:ext cx="10509160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✔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Hablar y mensajear de manera ilimitada estando en México, Estados Unidos o Canadá.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✔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WhatsApp ilimitado estando en México, Estados Unidos o Canadá en recargas desde $10. (Llamadas y Video llamadas ilimitadas solo en México).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✔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Navegar ilimitadamente en Instagram, Snapchat, Facebook, Facebook Messenger, X antes Twitter estando dentro del territorio nacional.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✔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500 MB para navegar en Claro Música en recargas iguales o superiores a $150.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✔"/>
            </a:pPr>
            <a:r>
              <a:rPr b="1"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Claro DRIVE 20 GB. 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Consideraciones – Beneficios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4">
            <a:alphaModFix/>
          </a:blip>
          <a:srcRect b="5751" l="-3732" r="0" t="1"/>
          <a:stretch/>
        </p:blipFill>
        <p:spPr>
          <a:xfrm>
            <a:off x="1317418" y="4842739"/>
            <a:ext cx="1118390" cy="1016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6114" y="4850595"/>
            <a:ext cx="1175635" cy="1175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6429" y="4990928"/>
            <a:ext cx="907801" cy="90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23735" y="4783035"/>
            <a:ext cx="1342304" cy="1342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 rotWithShape="1">
          <a:blip r:embed="rId8">
            <a:alphaModFix/>
          </a:blip>
          <a:srcRect b="27392" l="8019" r="9179" t="26620"/>
          <a:stretch/>
        </p:blipFill>
        <p:spPr>
          <a:xfrm>
            <a:off x="6565602" y="5061729"/>
            <a:ext cx="801277" cy="792024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11712" y="4850595"/>
            <a:ext cx="1237770" cy="1237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 rotWithShape="1">
          <a:blip r:embed="rId10">
            <a:alphaModFix/>
          </a:blip>
          <a:srcRect b="32223" l="31630" r="31630" t="31628"/>
          <a:stretch/>
        </p:blipFill>
        <p:spPr>
          <a:xfrm>
            <a:off x="2636365" y="4956543"/>
            <a:ext cx="882684" cy="868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07202" y="5017401"/>
            <a:ext cx="829435" cy="829435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pic>
        <p:nvPicPr>
          <p:cNvPr id="150" name="Google Shape;150;p18"/>
          <p:cNvPicPr preferRelativeResize="0"/>
          <p:nvPr/>
        </p:nvPicPr>
        <p:blipFill rotWithShape="1">
          <a:blip r:embed="rId12">
            <a:alphaModFix/>
          </a:blip>
          <a:srcRect b="3657" l="28234" r="24919" t="11297"/>
          <a:stretch/>
        </p:blipFill>
        <p:spPr>
          <a:xfrm>
            <a:off x="10064324" y="5054621"/>
            <a:ext cx="880400" cy="799132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